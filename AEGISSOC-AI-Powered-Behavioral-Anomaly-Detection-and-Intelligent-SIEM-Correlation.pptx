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PT Serif Bold"/>
      <p:regular r:id="rId201323"/>
    </p:embeddedFont>
    <p:embeddedFont>
      <p:font typeface="PT Serif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402086"/>
            <a:ext cx="8151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AEGIS.SOC — AI-Powered Behavioral Anomaly Detection &amp; Intelligent SIEM Correlation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3615928"/>
            <a:ext cx="8151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unified Security Operations Center platform combining behavioral AI, hybrid anomaly detection, SIEM correlation and explainable threat intelligence to detect advanced attacks in real time. 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Developed for: Honeywell Hackathon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983135"/>
            <a:ext cx="815176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Problem — Why current SIEMs fall short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2638797"/>
            <a:ext cx="815176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Modern estates produce millions of heterogeneous logs daily (Linux, Windows, SSH, VPN, network devices, cloud services).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Static rule-based correlation causes high false positives and alert fatigue, delaying response.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Traditional systems struggle with zero-day, low-and-slow, and multi-stage behavioural attacks.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Alerts lack contextual risk prioritization and actionable explanations for SOC analysts.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4081016"/>
            <a:ext cx="8151763" cy="793775"/>
          </a:xfrm>
          <a:prstGeom prst="roundRect">
            <a:avLst>
              <a:gd name="adj" fmla="val 2679"/>
            </a:avLst>
          </a:prstGeom>
          <a:solidFill>
            <a:srgbClr val="FFDEC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4281785"/>
            <a:ext cx="177180" cy="141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6816" y="4258196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Objective: build an AI-first SOC that learns normal behaviour, detects deviations in real time, correlates multi-stage attacks, and explains every alert.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95140"/>
            <a:ext cx="815176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AEGIS.SOC — Solution Overview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225080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472705"/>
            <a:ext cx="2622724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581647"/>
            <a:ext cx="262272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Log Normalization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96119" y="2899246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Ingest heterogeneous logs and map to a unified schema for downstream processing.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225080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472705"/>
            <a:ext cx="2622724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2581647"/>
            <a:ext cx="262272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Event Abstraction &amp; Features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60601" y="2899246"/>
            <a:ext cx="2622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Template mining, tokenization and sliding-window feature engineering produce sequence tokens and statistical features.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225080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472705"/>
            <a:ext cx="2622724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083" y="2581647"/>
            <a:ext cx="262272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Hybrid Detection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025083" y="2899246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Parallel deep-sequence, statistical, and rule-based engines produce complementary anomaly signals.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405452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4276427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4385370"/>
            <a:ext cx="400496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Fusion, Correlation &amp; Risk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96119" y="4702969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Ensemble fusion, dynamic thresholds and SIEM-style correlation yield explainable risk scores and directives.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2842" y="405452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4276427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4642842" y="4385370"/>
            <a:ext cx="400496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Real-Time SOC Dashboard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642842" y="4702969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feeds, interactive triage, explainability panels and streaming alerts for analyst workflows.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1471"/>
            <a:ext cx="815176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Pipeline — From Logs to Actionable Alerts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1707133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4526507"/>
            <a:ext cx="1925806" cy="240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Detect &amp; Score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73714" y="3719503"/>
            <a:ext cx="1925806" cy="240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Engineer Features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73714" y="2920650"/>
            <a:ext cx="1925806" cy="240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Abstract Events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73714" y="2113645"/>
            <a:ext cx="1925806" cy="240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Normalize Logs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96119" y="535282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This pipeline standardises inputs, extracts behavioural features, runs parallel detection, fuses signals into a single risk score and surfaces explainable alerts in the SOC dashboard.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348"/>
            <a:ext cx="8151763" cy="3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System Architecture — Parallel Detection Engines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7237" y="1036662"/>
            <a:ext cx="2457971" cy="17427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8242" y="1164208"/>
            <a:ext cx="1855887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Sequence Engine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28242" y="1488281"/>
            <a:ext cx="1855887" cy="1163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Transformer-style embeddings model sequential authentication and session patterns to detect abnormal login flows, session hijack and credential stuffing.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63" y="2811214"/>
            <a:ext cx="3169518" cy="17427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0682" y="3132683"/>
            <a:ext cx="257100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Statistical Engine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70682" y="3456756"/>
            <a:ext cx="2571006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Multivariate anomaly detection (sliding windows, z-score/outlier analysis) to detect spikes, distribution shifts and low-and-slow anomalies.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89" y="4585767"/>
            <a:ext cx="3881065" cy="174270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3122" y="5004197"/>
            <a:ext cx="3286199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Rule / Heuristics Engine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813122" y="5328270"/>
            <a:ext cx="3286199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Domain heuristics (impossible travel, brute force chains, privilege escalation rules) for deterministic detection and context enrichment.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732362" y="2419424"/>
            <a:ext cx="3920282" cy="878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Hybrid Fusion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 score composition: Deep Learning 35% • Statistical 35% • Rule Engine 30% → dynamic thresholding → threat correlation → risk score.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732362" y="3459435"/>
            <a:ext cx="3920282" cy="14288"/>
          </a:xfrm>
          <a:prstGeom prst="roundRect">
            <a:avLst>
              <a:gd name="adj" fmla="val 59998"/>
            </a:avLst>
          </a:prstGeom>
          <a:solidFill>
            <a:srgbClr val="383838">
              <a:alpha val="5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4732362" y="3634755"/>
            <a:ext cx="3920282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Stage Details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732362" y="3958828"/>
            <a:ext cx="3920282" cy="1049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Ingestion: timestamp, user, IP, service, device, event type.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Features: sequence tokens, session length, inter-event timing, geolocation deltas.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Correlation: link events by user, device and directive chains to build multi-stage attack context.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62596"/>
            <a:ext cx="815176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Implementation — Technology &amp; Detection Stack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2089100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Backend &amp; Infra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2463403"/>
            <a:ext cx="39029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3.12, FastAPI, PostgreSQL (SQLAlchemy)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WebSockets for live alert streaming; JWT for auth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Containerised services, autoscaling workers and GPU-enabled model nodes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611538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ML Components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96119" y="3985840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Sequence Engine: transformer-inspired sequence models with embedding drift detection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Statistical Detection: z-score, EWMA, multivariate anomaly detectors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Ensemble Scoring: weighted fusion with explainability metadata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2089100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Correlation &amp; Detection Use-Cases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749701" y="2463403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Brute force, credential stuffing, impossible travel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hijacking, insider threat, privilege escalation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 spoofing, low-and-slow exfiltration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3384724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Alarm Lifecycle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49701" y="3759026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 → Explain signals and contributing events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Correlate across assets and time windows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 risk and emit directive with remediation playbook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916385"/>
            <a:ext cx="815176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Live Prototype — SOC Overview &amp; Telemetry (simulated)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572048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103587"/>
            <a:ext cx="259913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SOC Overview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96119" y="3421187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KPIs: Threat count, latency, risk distribution. Dashboard panels show top attack vectors and origin IPs.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572048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3103587"/>
            <a:ext cx="259913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Alert Center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3272433" y="3421187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triage with severity, directive, source IP, contributing events and explainability trace for each alert.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572048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3103587"/>
            <a:ext cx="259913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Live Feed &amp; Model Health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048747" y="3421187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Streaming normalized events, baseline drift indicators, inference latency, pipeline throughput and resource utilisation panels.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96119" y="4487912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SOC Overview — simulated telemetry includes latency ≈ 14 ms, throughput ≈ 850 events/sec, and live WebSocket streaming for analyst workflows.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5753"/>
            <a:ext cx="815176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Results, Impact &amp; Roadmap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96119" y="1201415"/>
            <a:ext cx="1931566" cy="2194545"/>
          </a:xfrm>
          <a:prstGeom prst="roundRect">
            <a:avLst>
              <a:gd name="adj" fmla="val 1101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1343174"/>
            <a:ext cx="1648048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Demonstrated Pipeline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7877" y="1893317"/>
            <a:ext cx="1648048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processing: normalization → abstraction → features → hybrid detection → correlation → alert generation.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9443" y="1201415"/>
            <a:ext cx="1931640" cy="2194545"/>
          </a:xfrm>
          <a:prstGeom prst="roundRect">
            <a:avLst>
              <a:gd name="adj" fmla="val 1101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2711202" y="1343174"/>
            <a:ext cx="1648123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Representative Alert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711202" y="1893317"/>
            <a:ext cx="164812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Severity: HIGH • Risk Score: 10/10 • Directive: Repeated Authentication Attack Chain • Threat IP: 192.168.1.100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1201415"/>
            <a:ext cx="1931640" cy="2194545"/>
          </a:xfrm>
          <a:prstGeom prst="roundRect">
            <a:avLst>
              <a:gd name="adj" fmla="val 1101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4784601" y="1343174"/>
            <a:ext cx="164812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Performance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784601" y="1660773"/>
            <a:ext cx="164812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Pipeline latency ≈ 14 ms • Throughput ≈ 850+ events/sec (simulated) • Live WebSocket streaming enabled.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16241" y="1201415"/>
            <a:ext cx="1931640" cy="2194545"/>
          </a:xfrm>
          <a:prstGeom prst="roundRect">
            <a:avLst>
              <a:gd name="adj" fmla="val 1101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343174"/>
            <a:ext cx="164812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Enterprise Benefits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58000" y="1660773"/>
            <a:ext cx="164812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 UEBA, hybrid detection reducing false positives, explainable decisions, faster incident response and modular scalability.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590851"/>
            <a:ext cx="8151763" cy="19050"/>
          </a:xfrm>
          <a:prstGeom prst="roundRect">
            <a:avLst>
              <a:gd name="adj" fmla="val 60000"/>
            </a:avLst>
          </a:prstGeom>
          <a:solidFill>
            <a:srgbClr val="383838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6119" y="3857923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Future Enhancements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6119" y="4303068"/>
            <a:ext cx="81517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MITRE ATT&amp;CK mapping and automated playbooks (SOAR)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Cloud-native log collection and multi-tenant deployment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LLM-assisted investigation, guided threat hunting workflows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Expanded TI feeds and adaptive, self-tuning thresholds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6119" y="5518472"/>
            <a:ext cx="8151763" cy="793775"/>
          </a:xfrm>
          <a:prstGeom prst="roundRect">
            <a:avLst>
              <a:gd name="adj" fmla="val 2679"/>
            </a:avLst>
          </a:prstGeom>
          <a:solidFill>
            <a:srgbClr val="FFDECC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5719242"/>
            <a:ext cx="177180" cy="14175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56816" y="5695652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AEGIS.SOC purpose-built to detect both known and unknown attack patterns with analyst-friendly explanations and prioritized, actionable alerts.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2026-07-26T13:47:51Z</dcterms:created>
  <dcterms:modified xsi:type="dcterms:W3CDTF">2026-07-26T13:47:51Z</dcterms:modified>
</cp:coreProperties>
</file>